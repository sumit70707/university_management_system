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3" autoAdjust="0"/>
    <p:restoredTop sz="94660"/>
  </p:normalViewPr>
  <p:slideViewPr>
    <p:cSldViewPr snapToGrid="0">
      <p:cViewPr varScale="1">
        <p:scale>
          <a:sx n="77" d="100"/>
          <a:sy n="77" d="100"/>
        </p:scale>
        <p:origin x="7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E9462EF3-3C4F-43EE-ACEE-D4B806740EA3}" type="datetimeFigureOut">
              <a:rPr lang="en-US" dirty="0"/>
              <a:pPr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0EF2-9919-473B-8215-8616BAF10692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472EB-AC54-4713-BFC2-BEB621108C63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5A0C-791E-4545-B787-F98AD45CD761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36B77-F4F4-4427-AC4F-9A623798AD82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790C-34EB-4565-8437-CACF4CDB7822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4C11-22B8-4A4E-8126-B3AF6B948A8E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06B6-C816-4861-964D-15A98395707D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A8AB-EA7C-4B1B-9D73-E2551851FABE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43B39-165A-4B68-AA5C-581F5336313C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8C57-33F9-4259-AC4F-0E3F5BEC9B94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772B-8FA2-401F-A0A1-A59855EDBC3E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5BDE-5A90-4611-82E9-0FC5746D30C5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A17D-0BEA-4E76-A7FC-F7C188BC48D1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AC7D-18CA-4236-82B9-D75EB1D66EAE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300E-C023-45CD-A0BE-EDB7A8C6EA8B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0EAD-E369-4933-8469-ED7764B56A1B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0786BE5-D2A3-4BF0-8B30-D7403E61B3DC}" type="datetimeFigureOut">
              <a:rPr lang="en-US" dirty="0"/>
              <a:t>5/9/2023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CBF87-96C4-9FC3-D549-DB94AAF70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325" y="1617053"/>
            <a:ext cx="9385583" cy="796201"/>
          </a:xfrm>
        </p:spPr>
        <p:txBody>
          <a:bodyPr/>
          <a:lstStyle/>
          <a:p>
            <a:r>
              <a:rPr lang="en-IN" sz="4800" dirty="0"/>
              <a:t>University Management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03626-89C4-1898-F51E-28C7F4F108E2}"/>
              </a:ext>
            </a:extLst>
          </p:cNvPr>
          <p:cNvSpPr txBox="1"/>
          <p:nvPr/>
        </p:nvSpPr>
        <p:spPr>
          <a:xfrm>
            <a:off x="6799811" y="3763536"/>
            <a:ext cx="89029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Presented by:</a:t>
            </a:r>
          </a:p>
          <a:p>
            <a:r>
              <a:rPr lang="en-IN" sz="2000" dirty="0">
                <a:solidFill>
                  <a:schemeClr val="bg1"/>
                </a:solidFill>
              </a:rPr>
              <a:t>			     Bhakti </a:t>
            </a:r>
            <a:r>
              <a:rPr lang="en-IN" sz="2000" dirty="0" err="1">
                <a:solidFill>
                  <a:schemeClr val="bg1"/>
                </a:solidFill>
              </a:rPr>
              <a:t>Daundkar</a:t>
            </a:r>
            <a:r>
              <a:rPr lang="en-IN" sz="2000" dirty="0">
                <a:solidFill>
                  <a:schemeClr val="bg1"/>
                </a:solidFill>
              </a:rPr>
              <a:t>(251)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                     Sumit Shelke(247)</a:t>
            </a:r>
          </a:p>
        </p:txBody>
      </p:sp>
    </p:spTree>
    <p:extLst>
      <p:ext uri="{BB962C8B-B14F-4D97-AF65-F5344CB8AC3E}">
        <p14:creationId xmlns:p14="http://schemas.microsoft.com/office/powerpoint/2010/main" val="3640430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48D7-B3FB-9515-35D8-8E5651B69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07837-BF2D-1D75-20B7-5634C66CD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  <a:p>
            <a:r>
              <a:rPr lang="en-IN" dirty="0"/>
              <a:t>Objective</a:t>
            </a:r>
          </a:p>
          <a:p>
            <a:r>
              <a:rPr lang="en-IN" dirty="0"/>
              <a:t>Requirement Specification</a:t>
            </a:r>
          </a:p>
          <a:p>
            <a:r>
              <a:rPr lang="en-IN" dirty="0"/>
              <a:t>E-R Diagram</a:t>
            </a:r>
          </a:p>
          <a:p>
            <a:r>
              <a:rPr lang="en-IN" dirty="0"/>
              <a:t>Implementation</a:t>
            </a:r>
          </a:p>
          <a:p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907113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5ED8-A987-E449-9017-0E77311F9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51598-2AA2-3278-9A4E-D6B8EDB3F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UNIVERSITY</a:t>
            </a:r>
            <a:r>
              <a:rPr lang="en-US" sz="1900" spc="-40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MANAGEMENT</a:t>
            </a:r>
            <a:r>
              <a:rPr lang="en-US" sz="1900" spc="-40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SYSTEM</a:t>
            </a:r>
            <a:r>
              <a:rPr lang="en-US" sz="1900" spc="-3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(UMS)</a:t>
            </a:r>
            <a:r>
              <a:rPr lang="en-US" sz="1900" spc="-3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is</a:t>
            </a:r>
            <a:r>
              <a:rPr lang="en-US" sz="1900" spc="-3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Easy</a:t>
            </a:r>
            <a:r>
              <a:rPr lang="en-US" sz="1900" spc="-5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Solution</a:t>
            </a:r>
            <a:r>
              <a:rPr lang="en-US" sz="1900" spc="-290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which covers all aspects of Universities, Colleges or Schools.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 UMS covers every minute</a:t>
            </a:r>
            <a:r>
              <a:rPr lang="en-US" sz="1900" spc="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aspects of a universities work flow and integrates all processes with user friendly interface.</a:t>
            </a:r>
            <a:r>
              <a:rPr lang="en-US" sz="1900" spc="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UMS</a:t>
            </a:r>
            <a:r>
              <a:rPr lang="en-US" sz="1900" spc="-40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is</a:t>
            </a:r>
            <a:r>
              <a:rPr lang="en-US" sz="1900" spc="-40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first</a:t>
            </a:r>
            <a:r>
              <a:rPr lang="en-US" sz="1900" spc="-3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choice</a:t>
            </a:r>
            <a:r>
              <a:rPr lang="en-US" sz="1900" spc="-50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of</a:t>
            </a:r>
            <a:r>
              <a:rPr lang="en-US" sz="1900" spc="-40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several</a:t>
            </a:r>
            <a:r>
              <a:rPr lang="en-US" sz="1900" spc="-40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state,</a:t>
            </a:r>
            <a:r>
              <a:rPr lang="en-US" sz="1900" spc="-30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governments/semi-</a:t>
            </a:r>
            <a:r>
              <a:rPr lang="en-US" sz="1900" spc="-28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spc="-5" dirty="0">
                <a:effectLst/>
                <a:latin typeface="Century Gothic (Body)"/>
                <a:ea typeface="Times New Roman" panose="02020603050405020304" pitchFamily="18" charset="0"/>
              </a:rPr>
              <a:t>government</a:t>
            </a:r>
            <a:r>
              <a:rPr lang="en-US" sz="1900" spc="-60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universities</a:t>
            </a:r>
            <a:r>
              <a:rPr lang="en-US" sz="1900" spc="-6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and</a:t>
            </a:r>
            <a:r>
              <a:rPr lang="en-US" sz="1900" spc="-5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institutions.</a:t>
            </a:r>
            <a:r>
              <a:rPr lang="en-US" sz="1900" spc="-60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900" spc="-60" dirty="0">
                <a:latin typeface="Century Gothic (Body)"/>
              </a:rPr>
              <a:t>UMS take care of following department:</a:t>
            </a:r>
          </a:p>
          <a:p>
            <a:pPr lvl="2">
              <a:spcBef>
                <a:spcPts val="805"/>
              </a:spcBef>
              <a:buFont typeface="Wingdings" panose="05000000000000000000" pitchFamily="2" charset="2"/>
              <a:buChar char="q"/>
              <a:tabLst>
                <a:tab pos="558800" algn="l"/>
                <a:tab pos="559435" algn="l"/>
              </a:tabLst>
            </a:pP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     Fees</a:t>
            </a:r>
            <a:r>
              <a:rPr lang="en-US" sz="1900" spc="-10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Department</a:t>
            </a:r>
            <a:endParaRPr lang="en-IN" sz="1900" dirty="0">
              <a:effectLst/>
              <a:latin typeface="Century Gothic (Body)"/>
              <a:ea typeface="Times New Roman" panose="02020603050405020304" pitchFamily="18" charset="0"/>
            </a:endParaRPr>
          </a:p>
          <a:p>
            <a:pPr lvl="2">
              <a:spcBef>
                <a:spcPts val="680"/>
              </a:spcBef>
              <a:buFont typeface="Wingdings" panose="05000000000000000000" pitchFamily="2" charset="2"/>
              <a:buChar char="q"/>
              <a:tabLst>
                <a:tab pos="558800" algn="l"/>
                <a:tab pos="559435" algn="l"/>
              </a:tabLst>
            </a:pP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Examination</a:t>
            </a:r>
            <a:r>
              <a:rPr lang="en-US" sz="1900" spc="-1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Department</a:t>
            </a:r>
            <a:endParaRPr lang="en-IN" sz="1900" dirty="0">
              <a:effectLst/>
              <a:latin typeface="Century Gothic (Body)"/>
              <a:ea typeface="Times New Roman" panose="02020603050405020304" pitchFamily="18" charset="0"/>
            </a:endParaRPr>
          </a:p>
          <a:p>
            <a:pPr lvl="2">
              <a:spcBef>
                <a:spcPts val="690"/>
              </a:spcBef>
              <a:buFont typeface="Wingdings" panose="05000000000000000000" pitchFamily="2" charset="2"/>
              <a:buChar char="q"/>
              <a:tabLst>
                <a:tab pos="558800" algn="l"/>
                <a:tab pos="559435" algn="l"/>
              </a:tabLst>
            </a:pP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Faculty</a:t>
            </a:r>
            <a:r>
              <a:rPr lang="en-US" sz="1900" spc="-30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information portal</a:t>
            </a:r>
            <a:endParaRPr lang="en-IN" sz="1900" dirty="0">
              <a:effectLst/>
              <a:latin typeface="Century Gothic (Body)"/>
              <a:ea typeface="Times New Roman" panose="02020603050405020304" pitchFamily="18" charset="0"/>
            </a:endParaRPr>
          </a:p>
          <a:p>
            <a:pPr lvl="2">
              <a:spcBef>
                <a:spcPts val="680"/>
              </a:spcBef>
              <a:buFont typeface="Wingdings" panose="05000000000000000000" pitchFamily="2" charset="2"/>
              <a:buChar char="q"/>
              <a:tabLst>
                <a:tab pos="558800" algn="l"/>
                <a:tab pos="559435" algn="l"/>
              </a:tabLst>
            </a:pP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Student</a:t>
            </a:r>
            <a:r>
              <a:rPr lang="en-US" sz="1900" spc="-10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information</a:t>
            </a:r>
            <a:r>
              <a:rPr lang="en-US" sz="1900" spc="-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Century Gothic (Body)"/>
                <a:ea typeface="Times New Roman" panose="02020603050405020304" pitchFamily="18" charset="0"/>
              </a:rPr>
              <a:t>portal</a:t>
            </a:r>
            <a:endParaRPr lang="en-IN" sz="1900" dirty="0">
              <a:effectLst/>
              <a:latin typeface="Century Gothic (Body)"/>
              <a:ea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pc="-60" dirty="0" err="1">
              <a:latin typeface="Century Gothic (Body)"/>
            </a:endParaRPr>
          </a:p>
        </p:txBody>
      </p:sp>
    </p:spTree>
    <p:extLst>
      <p:ext uri="{BB962C8B-B14F-4D97-AF65-F5344CB8AC3E}">
        <p14:creationId xmlns:p14="http://schemas.microsoft.com/office/powerpoint/2010/main" val="1824088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35317-AB44-7882-290E-907E810F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A2301-B437-EF32-5132-4187818A8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711565"/>
            <a:ext cx="8825659" cy="2217882"/>
          </a:xfrm>
        </p:spPr>
        <p:txBody>
          <a:bodyPr/>
          <a:lstStyle/>
          <a:p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To make self-service</a:t>
            </a:r>
            <a:r>
              <a:rPr lang="en-US" sz="1800" spc="-1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systems</a:t>
            </a:r>
            <a:r>
              <a:rPr lang="en-US" sz="1800" spc="-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with</a:t>
            </a:r>
            <a:r>
              <a:rPr lang="en-US" sz="1800" spc="-1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simple</a:t>
            </a:r>
            <a:r>
              <a:rPr lang="en-US" sz="1800" spc="-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to</a:t>
            </a:r>
            <a:r>
              <a:rPr lang="en-US" sz="1800" spc="-1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use</a:t>
            </a:r>
            <a:r>
              <a:rPr lang="en-US" sz="1800" spc="-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</a:p>
          <a:p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Elimination</a:t>
            </a:r>
            <a:r>
              <a:rPr lang="en-US" sz="1800" spc="-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of</a:t>
            </a:r>
            <a:r>
              <a:rPr lang="en-US" sz="1800" spc="-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duplicate data</a:t>
            </a:r>
            <a:r>
              <a:rPr lang="en-US" sz="1800" spc="-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entry</a:t>
            </a:r>
            <a:r>
              <a:rPr lang="en-US" sz="1800" spc="-3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processes.</a:t>
            </a:r>
            <a:endParaRPr lang="en-IN" sz="1800" dirty="0">
              <a:effectLst/>
              <a:latin typeface="Century Gothic (Body)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To make automation</a:t>
            </a:r>
            <a:r>
              <a:rPr lang="en-US" sz="1800" spc="-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of</a:t>
            </a:r>
            <a:r>
              <a:rPr lang="en-US" sz="1800" spc="-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all</a:t>
            </a:r>
            <a:r>
              <a:rPr lang="en-US" sz="1800" spc="-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the</a:t>
            </a:r>
            <a:r>
              <a:rPr lang="en-US" sz="1800" spc="-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Academic</a:t>
            </a:r>
            <a:r>
              <a:rPr lang="en-US" sz="1800" spc="-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/</a:t>
            </a:r>
            <a:r>
              <a:rPr lang="en-US" sz="1800" spc="-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Examination</a:t>
            </a:r>
            <a:r>
              <a:rPr lang="en-US" sz="1800" spc="-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/</a:t>
            </a:r>
            <a:r>
              <a:rPr lang="en-US" sz="1800" spc="-1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Administration</a:t>
            </a:r>
            <a:r>
              <a:rPr lang="en-US" sz="1800" spc="-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operations.</a:t>
            </a:r>
          </a:p>
          <a:p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To make ease</a:t>
            </a:r>
            <a:r>
              <a:rPr lang="en-US" sz="1800" spc="-1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and</a:t>
            </a:r>
            <a:r>
              <a:rPr lang="en-US" sz="1800" spc="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accuracy</a:t>
            </a:r>
            <a:r>
              <a:rPr lang="en-US" sz="1800" spc="-2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of</a:t>
            </a:r>
            <a:r>
              <a:rPr lang="en-US" sz="1800" spc="-5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212121"/>
                </a:solidFill>
                <a:effectLst/>
                <a:latin typeface="Century Gothic (Body)"/>
                <a:ea typeface="Times New Roman" panose="02020603050405020304" pitchFamily="18" charset="0"/>
              </a:rPr>
              <a:t>reporting.</a:t>
            </a:r>
            <a:endParaRPr lang="en-IN" sz="1800" dirty="0">
              <a:effectLst/>
              <a:latin typeface="Century Gothic (Body)"/>
              <a:ea typeface="Times New Roman" panose="02020603050405020304" pitchFamily="18" charset="0"/>
            </a:endParaRPr>
          </a:p>
          <a:p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6470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4BF6C-9D4F-7F09-A619-DC40EDC0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Requirement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8C279-6444-10C1-A53B-D4C0D6FE9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7968" y="2927697"/>
            <a:ext cx="4828032" cy="3416301"/>
          </a:xfrm>
        </p:spPr>
        <p:txBody>
          <a:bodyPr/>
          <a:lstStyle/>
          <a:p>
            <a:pPr algn="ctr"/>
            <a:r>
              <a:rPr lang="en-IN" b="1" dirty="0"/>
              <a:t>Hardware requirement</a:t>
            </a:r>
          </a:p>
          <a:p>
            <a:r>
              <a:rPr lang="en-IN" dirty="0"/>
              <a:t>Processor Type: Core i3</a:t>
            </a:r>
          </a:p>
          <a:p>
            <a:r>
              <a:rPr lang="en-IN" dirty="0"/>
              <a:t>Processor Speed: 2GHz</a:t>
            </a:r>
          </a:p>
          <a:p>
            <a:r>
              <a:rPr lang="en-IN" dirty="0"/>
              <a:t>RAM Size: 2GB</a:t>
            </a:r>
          </a:p>
          <a:p>
            <a:r>
              <a:rPr lang="en-IN" dirty="0"/>
              <a:t>Memory Technology: DDR3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77692-5ED3-452A-AAD2-0F67CBAFA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6471" y="2927697"/>
            <a:ext cx="4828032" cy="3416300"/>
          </a:xfrm>
        </p:spPr>
        <p:txBody>
          <a:bodyPr/>
          <a:lstStyle/>
          <a:p>
            <a:pPr algn="ctr"/>
            <a:r>
              <a:rPr lang="en-IN" b="1" dirty="0"/>
              <a:t>Software requirement</a:t>
            </a:r>
          </a:p>
          <a:p>
            <a:r>
              <a:rPr lang="en-IN" dirty="0"/>
              <a:t>Operating system: Windows 10</a:t>
            </a:r>
          </a:p>
          <a:p>
            <a:r>
              <a:rPr lang="en-IN" dirty="0"/>
              <a:t>Application server: JAVA(NetBeans)</a:t>
            </a:r>
          </a:p>
          <a:p>
            <a:r>
              <a:rPr lang="en-IN" dirty="0"/>
              <a:t>Connectivity: JDBC Driver</a:t>
            </a:r>
          </a:p>
        </p:txBody>
      </p:sp>
    </p:spTree>
    <p:extLst>
      <p:ext uri="{BB962C8B-B14F-4D97-AF65-F5344CB8AC3E}">
        <p14:creationId xmlns:p14="http://schemas.microsoft.com/office/powerpoint/2010/main" val="2134470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A4585-99E1-A499-4A2F-76319D518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E-R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25BE1E-8A25-810A-F86F-A93AB8FBC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974" y="2267985"/>
            <a:ext cx="6955672" cy="441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2748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5B324-A93A-40FB-FDD8-0B3F6683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EE5B6-AE71-28D5-960E-7F9145BA1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20" y="3325004"/>
            <a:ext cx="4936963" cy="2644458"/>
          </a:xfrm>
          <a:prstGeom prst="rect">
            <a:avLst/>
          </a:prstGeom>
        </p:spPr>
      </p:pic>
      <p:pic>
        <p:nvPicPr>
          <p:cNvPr id="5" name="image21.jpeg">
            <a:extLst>
              <a:ext uri="{FF2B5EF4-FFF2-40B4-BE49-F238E27FC236}">
                <a16:creationId xmlns:a16="http://schemas.microsoft.com/office/drawing/2014/main" id="{A627C810-712E-1653-9E4A-D480E1FDCA7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59731" y="3325003"/>
            <a:ext cx="5304126" cy="2644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5E579D-CE8F-767A-23E1-1924A6529BDB}"/>
              </a:ext>
            </a:extLst>
          </p:cNvPr>
          <p:cNvSpPr txBox="1"/>
          <p:nvPr/>
        </p:nvSpPr>
        <p:spPr>
          <a:xfrm>
            <a:off x="1847978" y="2801389"/>
            <a:ext cx="2502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Admin Login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8624C2-20E3-AED3-1934-C0B274D9020C}"/>
              </a:ext>
            </a:extLst>
          </p:cNvPr>
          <p:cNvSpPr txBox="1"/>
          <p:nvPr/>
        </p:nvSpPr>
        <p:spPr>
          <a:xfrm>
            <a:off x="7560471" y="2801389"/>
            <a:ext cx="2502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4081274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6C0518-81CD-7DCF-AA66-669171E66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72" y="2162474"/>
            <a:ext cx="4725347" cy="3423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42F1D1-2E01-F878-EC6D-8C69E2E27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173" y="2162475"/>
            <a:ext cx="4963455" cy="34236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DB3F99-16A6-ABD1-0564-E7502A3833F7}"/>
              </a:ext>
            </a:extLst>
          </p:cNvPr>
          <p:cNvSpPr txBox="1"/>
          <p:nvPr/>
        </p:nvSpPr>
        <p:spPr>
          <a:xfrm>
            <a:off x="1487978" y="1587731"/>
            <a:ext cx="2726575" cy="382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Student 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4C7D8-5EE5-B818-73F4-AF6B183BF661}"/>
              </a:ext>
            </a:extLst>
          </p:cNvPr>
          <p:cNvSpPr txBox="1"/>
          <p:nvPr/>
        </p:nvSpPr>
        <p:spPr>
          <a:xfrm>
            <a:off x="7755612" y="1587731"/>
            <a:ext cx="2726575" cy="382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Teacher form</a:t>
            </a:r>
          </a:p>
        </p:txBody>
      </p:sp>
    </p:spTree>
    <p:extLst>
      <p:ext uri="{BB962C8B-B14F-4D97-AF65-F5344CB8AC3E}">
        <p14:creationId xmlns:p14="http://schemas.microsoft.com/office/powerpoint/2010/main" val="891919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4.png">
            <a:extLst>
              <a:ext uri="{FF2B5EF4-FFF2-40B4-BE49-F238E27FC236}">
                <a16:creationId xmlns:a16="http://schemas.microsoft.com/office/drawing/2014/main" id="{144BF9AA-B363-4DF4-9A0B-ADA417DA719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2094" y="2420678"/>
            <a:ext cx="5098011" cy="3030451"/>
          </a:xfrm>
          <a:prstGeom prst="rect">
            <a:avLst/>
          </a:prstGeom>
        </p:spPr>
      </p:pic>
      <p:pic>
        <p:nvPicPr>
          <p:cNvPr id="3" name="image25.png">
            <a:extLst>
              <a:ext uri="{FF2B5EF4-FFF2-40B4-BE49-F238E27FC236}">
                <a16:creationId xmlns:a16="http://schemas.microsoft.com/office/drawing/2014/main" id="{51270264-C196-A207-DBEA-B7CEE00C685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41621" y="2420677"/>
            <a:ext cx="4903007" cy="30304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CF5DB7-ADB3-CEF4-E744-7BE1187D43EF}"/>
              </a:ext>
            </a:extLst>
          </p:cNvPr>
          <p:cNvSpPr txBox="1"/>
          <p:nvPr/>
        </p:nvSpPr>
        <p:spPr>
          <a:xfrm>
            <a:off x="2035753" y="1795550"/>
            <a:ext cx="2410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Mark &amp; Subject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DEA0B3-6D21-3F40-0297-9B62FD87B14E}"/>
              </a:ext>
            </a:extLst>
          </p:cNvPr>
          <p:cNvSpPr txBox="1"/>
          <p:nvPr/>
        </p:nvSpPr>
        <p:spPr>
          <a:xfrm>
            <a:off x="7987778" y="1778924"/>
            <a:ext cx="2410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Fees form</a:t>
            </a:r>
          </a:p>
        </p:txBody>
      </p:sp>
    </p:spTree>
    <p:extLst>
      <p:ext uri="{BB962C8B-B14F-4D97-AF65-F5344CB8AC3E}">
        <p14:creationId xmlns:p14="http://schemas.microsoft.com/office/powerpoint/2010/main" val="1433995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C6354-C241-3037-3249-BE8F87C9E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FA05E-C3DD-5803-579B-6AD5B5470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863802"/>
          </a:xfrm>
        </p:spPr>
        <p:txBody>
          <a:bodyPr/>
          <a:lstStyle/>
          <a:p>
            <a:r>
              <a:rPr lang="en-US" dirty="0"/>
              <a:t>The university management system developed in Java provides an efficient and effective solution for managing various tasks and processes within a university. </a:t>
            </a:r>
          </a:p>
          <a:p>
            <a:r>
              <a:rPr lang="en-US" dirty="0"/>
              <a:t>The system includes features such as student registration, faculty management, and Result. </a:t>
            </a:r>
          </a:p>
          <a:p>
            <a:r>
              <a:rPr lang="en-US" dirty="0"/>
              <a:t>The implementation of the system adheres to object-oriented programming principles and utilizes various Java technologies such as JDBC for database connectivity.</a:t>
            </a:r>
          </a:p>
          <a:p>
            <a:r>
              <a:rPr lang="en-US" sz="1800" dirty="0">
                <a:effectLst/>
                <a:latin typeface="Century Gothic (Body)"/>
                <a:ea typeface="Times New Roman" panose="02020603050405020304" pitchFamily="18" charset="0"/>
              </a:rPr>
              <a:t>Deployment of our application will certainly help the college to reduce unnecessary</a:t>
            </a:r>
            <a:r>
              <a:rPr lang="en-US" sz="1800" spc="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entury Gothic (Body)"/>
                <a:ea typeface="Times New Roman" panose="02020603050405020304" pitchFamily="18" charset="0"/>
              </a:rPr>
              <a:t>wastage</a:t>
            </a:r>
            <a:r>
              <a:rPr lang="en-US" sz="1800" spc="-10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entury Gothic (Body)"/>
                <a:ea typeface="Times New Roman" panose="02020603050405020304" pitchFamily="18" charset="0"/>
              </a:rPr>
              <a:t>of time</a:t>
            </a:r>
            <a:r>
              <a:rPr lang="en-US" sz="1800" spc="-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entury Gothic (Body)"/>
                <a:ea typeface="Times New Roman" panose="02020603050405020304" pitchFamily="18" charset="0"/>
              </a:rPr>
              <a:t>in personally</a:t>
            </a:r>
            <a:r>
              <a:rPr lang="en-US" sz="1800" spc="-1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entury Gothic (Body)"/>
                <a:ea typeface="Times New Roman" panose="02020603050405020304" pitchFamily="18" charset="0"/>
              </a:rPr>
              <a:t>going</a:t>
            </a:r>
            <a:r>
              <a:rPr lang="en-US" sz="1800" spc="-1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entury Gothic (Body)"/>
                <a:ea typeface="Times New Roman" panose="02020603050405020304" pitchFamily="18" charset="0"/>
              </a:rPr>
              <a:t>to each department for</a:t>
            </a:r>
            <a:r>
              <a:rPr lang="en-US" sz="1800" spc="-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entury Gothic (Body)"/>
                <a:ea typeface="Times New Roman" panose="02020603050405020304" pitchFamily="18" charset="0"/>
              </a:rPr>
              <a:t>some</a:t>
            </a:r>
            <a:r>
              <a:rPr lang="en-US" sz="1800" spc="-5" dirty="0">
                <a:effectLst/>
                <a:latin typeface="Century Gothic (Body)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entury Gothic (Body)"/>
                <a:ea typeface="Times New Roman" panose="02020603050405020304" pitchFamily="18" charset="0"/>
              </a:rPr>
              <a:t>information.</a:t>
            </a:r>
            <a:endParaRPr lang="en-IN" sz="1800" dirty="0">
              <a:effectLst/>
              <a:latin typeface="Century Gothic (Body)"/>
              <a:ea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87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E8CB4A-EA3D-B82E-5287-9E8557835B07}"/>
              </a:ext>
            </a:extLst>
          </p:cNvPr>
          <p:cNvSpPr txBox="1"/>
          <p:nvPr/>
        </p:nvSpPr>
        <p:spPr>
          <a:xfrm>
            <a:off x="2213956" y="2560319"/>
            <a:ext cx="77640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37189911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61</TotalTime>
  <Words>286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Century Gothic</vt:lpstr>
      <vt:lpstr>Century Gothic (Body)</vt:lpstr>
      <vt:lpstr>Times New Roman</vt:lpstr>
      <vt:lpstr>Wingdings</vt:lpstr>
      <vt:lpstr>Wingdings 3</vt:lpstr>
      <vt:lpstr>Ion Boardroom</vt:lpstr>
      <vt:lpstr>University Management System</vt:lpstr>
      <vt:lpstr>Content</vt:lpstr>
      <vt:lpstr>Introduction</vt:lpstr>
      <vt:lpstr>Objective</vt:lpstr>
      <vt:lpstr>Requirement Specification</vt:lpstr>
      <vt:lpstr>E-R Diagram</vt:lpstr>
      <vt:lpstr>Implementation</vt:lpstr>
      <vt:lpstr>PowerPoint Presentation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Management System</dc:title>
  <dc:creator>Sumit Shelke</dc:creator>
  <cp:lastModifiedBy>Sumit Shelke</cp:lastModifiedBy>
  <cp:revision>1</cp:revision>
  <dcterms:created xsi:type="dcterms:W3CDTF">2023-05-09T05:06:17Z</dcterms:created>
  <dcterms:modified xsi:type="dcterms:W3CDTF">2023-05-09T07:45:10Z</dcterms:modified>
</cp:coreProperties>
</file>